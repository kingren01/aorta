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Ontology As A Service (OaaS)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1371600" cy="38404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05840" cy="1371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Chatbots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005840" cy="13716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914400"/>
            <a:ext cx="7498079" cy="4572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Amazon 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63040"/>
            <a:ext cx="3566160" cy="374903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Ontology Chatbot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28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194560"/>
            <a:ext cx="457200" cy="28346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KG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1945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Template</a:t>
            </a:r>
            <a:br/>
            <a:r>
              <a:t>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945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OWL Parser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1089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OWL</a:t>
            </a:r>
            <a:br/>
            <a:r>
              <a:t>Generator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1089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Manager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40233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Publisher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1188720" cy="7315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Chatbot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3108960" cy="3749039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Ontology Chatbot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pod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286000"/>
            <a:ext cx="1188720" cy="914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Persona</a:t>
            </a:r>
            <a:br/>
            <a:r>
              <a:t>manager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286000"/>
            <a:ext cx="1188720" cy="914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1188720" cy="914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Graph 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474720"/>
            <a:ext cx="1188720" cy="9144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Ontology</a:t>
            </a:r>
            <a:br/>
            <a:r>
              <a:t>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Domain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Developers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6035040"/>
            <a:ext cx="1371600" cy="5486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Amazon</a:t>
            </a:r>
            <a:br/>
            <a:r>
              <a:t>Neptune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5852160"/>
            <a:ext cx="2926080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oaas_ontology*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Ontology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6035040"/>
            <a:ext cx="1371600" cy="5486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Databricks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